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4A42A6-8266-4103-8570-6A13C4A459F8}" v="5" dt="2026-08-08T20:18:58.5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mf020999/AI-Applications-Portfolio-Assignment/tree/mai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92440" y="0"/>
            <a:ext cx="4114800" cy="6858000"/>
          </a:xfrm>
          <a:prstGeom prst="rect">
            <a:avLst/>
          </a:prstGeom>
          <a:solidFill>
            <a:srgbClr val="2D6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Artificial Intelligence</a:t>
            </a:r>
            <a:br/>
            <a:r>
              <a:t>Applications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331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Jose Moreno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435" y="2971572"/>
            <a:ext cx="66296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1ECF8"/>
                </a:solidFill>
                <a:latin typeface="Aptos"/>
              </a:defRPr>
            </a:pPr>
            <a:r>
              <a:t>AI student focused on practical applications of machine learning, generative AI, computer vision, NLP, predictive analytics, and responsible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143000"/>
            <a:ext cx="28803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32520" y="1216152"/>
            <a:ext cx="2514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21F35"/>
                </a:solidFill>
              </a:defRPr>
            </a:pPr>
            <a:r>
              <a:t>Machine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1947672"/>
            <a:ext cx="28803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32520" y="2020824"/>
            <a:ext cx="2514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21F35"/>
                </a:solidFill>
              </a:defRPr>
            </a:pPr>
            <a:r>
              <a:t>Generative AI &amp; LLMs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52344"/>
            <a:ext cx="28803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32520" y="2825496"/>
            <a:ext cx="2514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21F35"/>
                </a:solidFill>
              </a:defRPr>
            </a:pPr>
            <a:r>
              <a:t>Computer Vision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557016"/>
            <a:ext cx="28803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32520" y="3630168"/>
            <a:ext cx="2514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21F35"/>
                </a:solidFill>
              </a:defRPr>
            </a:pPr>
            <a:r>
              <a:t>NLP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4361688"/>
            <a:ext cx="28803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20" y="4434840"/>
            <a:ext cx="2514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21F35"/>
                </a:solidFill>
              </a:defRPr>
            </a:pPr>
            <a:r>
              <a:t>AI Ethics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932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1ECF8"/>
                </a:solidFill>
              </a:defRPr>
            </a:pPr>
            <a:r>
              <a:t>jamorenofuenmayor@gmail.com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1F35"/>
                </a:solidFill>
                <a:latin typeface="Aptos Display"/>
              </a:defRPr>
            </a:pPr>
            <a:r>
              <a:t>Course Highlights: Applied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  <a:latin typeface="Aptos"/>
              </a:defRPr>
            </a:pPr>
            <a:r>
              <a:t>Selected projects demonstrating practical AI use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73152" cy="4526280"/>
          </a:xfrm>
          <a:prstGeom prst="rect">
            <a:avLst/>
          </a:prstGeom>
          <a:solidFill>
            <a:srgbClr val="2D6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983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  <a:latin typeface="Aptos"/>
              </a:defRPr>
            </a:pPr>
            <a:r>
              <a:t>AI in Fraud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Analyzed Mastercard Decision Intelligence as a real-world fraud detection system.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Explored machine learning, behavioral analytics, and real-time transaction scoring.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Learned how AI can improve fraud detection while reducing false declines.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73152" cy="4526280"/>
          </a:xfrm>
          <a:prstGeom prst="rect">
            <a:avLst/>
          </a:prstGeom>
          <a:solidFill>
            <a:srgbClr val="3587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581912"/>
            <a:ext cx="4983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  <a:latin typeface="Aptos"/>
              </a:defRPr>
            </a:pPr>
            <a:r>
              <a:t>AI in Manufacturing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Studied predictive maintenance, computer vision, IoT, and digital twins.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Examined how AI can reduce downtime and improve quality control.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Proposed an AI-powered sustainability and waste optimization system.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1F35"/>
                </a:solidFill>
                <a:latin typeface="Aptos Display"/>
              </a:defRPr>
            </a:pPr>
            <a:r>
              <a:t>Course Highlights: Innovation &amp; 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  <a:latin typeface="Aptos"/>
              </a:defRPr>
            </a:pPr>
            <a:r>
              <a:t>Applying AI concepts to public-sector and healthcare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73152" cy="4526280"/>
          </a:xfrm>
          <a:prstGeom prst="rect">
            <a:avLst/>
          </a:prstGeom>
          <a:solidFill>
            <a:srgbClr val="2D6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983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  <a:latin typeface="Aptos"/>
              </a:defRPr>
            </a:pPr>
            <a:r>
              <a:t>AI in Government &amp; Urban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Analyzed New York City's approach to responsible AI adoption.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Explored GIS, predictive analytics, NLP, and infrastructure planning.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Designed an AI-Powered Urban Development Impact Simulator.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73152" cy="4526280"/>
          </a:xfrm>
          <a:prstGeom prst="rect">
            <a:avLst/>
          </a:prstGeom>
          <a:solidFill>
            <a:srgbClr val="3587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581912"/>
            <a:ext cx="4983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  <a:latin typeface="Aptos"/>
              </a:defRPr>
            </a:pPr>
            <a:r>
              <a:t>AGI Healthcare Coordinator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Compared Artificial Narrow Intelligence with Artificial General Intelligence.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Designed a conceptual system integrating medical records, imaging, labs, wearable data, medications, and research.</a:t>
            </a:r>
          </a:p>
          <a:p>
            <a:pPr>
              <a:spcAft>
                <a:spcPts val="700"/>
              </a:spcAft>
              <a:defRPr sz="1250">
                <a:solidFill>
                  <a:srgbClr val="212529"/>
                </a:solidFill>
                <a:latin typeface="Aptos"/>
              </a:defRPr>
            </a:pPr>
            <a:r>
              <a:t>Evaluated privacy, cybersecurity, bias, transparency, and human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1F35"/>
                </a:solidFill>
                <a:latin typeface="Aptos Display"/>
              </a:defRPr>
            </a:pPr>
            <a:r>
              <a:t>Real-World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  <a:latin typeface="Aptos"/>
              </a:defRPr>
            </a:pPr>
            <a:r>
              <a:t>How I can apply the concepts developed throughout the course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52578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</a:defRPr>
            </a:pPr>
            <a:r>
              <a:t>Healthcare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529"/>
                </a:solidFill>
              </a:defRPr>
            </a:pPr>
            <a:r>
              <a:t>Clinical decision support</a:t>
            </a:r>
            <a:br/>
            <a:r>
              <a:t>Medical data analysis</a:t>
            </a:r>
            <a:br/>
            <a:r>
              <a:t>Patient monitoring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2578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</a:defRPr>
            </a:pPr>
            <a:r>
              <a:t>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75688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529"/>
                </a:solidFill>
              </a:defRPr>
            </a:pPr>
            <a:r>
              <a:t>Fraud detection</a:t>
            </a:r>
            <a:br/>
            <a:r>
              <a:t>Behavioral analysis</a:t>
            </a:r>
            <a:br/>
            <a:r>
              <a:t>Risk identification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03320"/>
            <a:ext cx="52578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</a:defRPr>
            </a:pPr>
            <a:r>
              <a:t>Manufacturing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61688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529"/>
                </a:solidFill>
              </a:defRPr>
            </a:pPr>
            <a:r>
              <a:t>Predictive maintenance</a:t>
            </a:r>
            <a:br/>
            <a:r>
              <a:t>Quality inspection</a:t>
            </a:r>
            <a:br/>
            <a:r>
              <a:t>Waste &amp; energy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03320"/>
            <a:ext cx="52578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1E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21F35"/>
                </a:solidFill>
              </a:defRPr>
            </a:pPr>
            <a:r>
              <a:t>Government &amp; Smart Cities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61688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529"/>
                </a:solidFill>
              </a:defRPr>
            </a:pPr>
            <a:r>
              <a:t>Urban planning</a:t>
            </a:r>
            <a:br/>
            <a:r>
              <a:t>Transportation optimization</a:t>
            </a:r>
            <a:br/>
            <a:r>
              <a:t>Infrastructure monitoring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E1E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E7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Portfolio &amp;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0486" y="1292216"/>
            <a:ext cx="64235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1ECF8"/>
                </a:solidFill>
              </a:defRPr>
            </a:pPr>
            <a:r>
              <a:t>A portfolio demonstrating practical AI applications, technical concepts, and responsible implementation across multiple industries.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743200"/>
            <a:ext cx="51206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Additional Skills</a:t>
            </a:r>
          </a:p>
          <a:p>
            <a:pPr>
              <a:spcAft>
                <a:spcPts val="600"/>
              </a:spcAft>
              <a:defRPr sz="1300">
                <a:solidFill>
                  <a:srgbClr val="E1ECF8"/>
                </a:solidFill>
              </a:defRPr>
            </a:pPr>
            <a:r>
              <a:t>AI research &amp; case-study analysis</a:t>
            </a:r>
          </a:p>
          <a:p>
            <a:pPr>
              <a:spcAft>
                <a:spcPts val="600"/>
              </a:spcAft>
              <a:defRPr sz="1300">
                <a:solidFill>
                  <a:srgbClr val="E1ECF8"/>
                </a:solidFill>
              </a:defRPr>
            </a:pPr>
            <a:r>
              <a:t>Machine learning concepts</a:t>
            </a:r>
          </a:p>
          <a:p>
            <a:pPr>
              <a:spcAft>
                <a:spcPts val="600"/>
              </a:spcAft>
              <a:defRPr sz="1300">
                <a:solidFill>
                  <a:srgbClr val="E1ECF8"/>
                </a:solidFill>
              </a:defRPr>
            </a:pPr>
            <a:r>
              <a:t>Generative AI &amp; LLMs</a:t>
            </a:r>
          </a:p>
          <a:p>
            <a:pPr>
              <a:spcAft>
                <a:spcPts val="600"/>
              </a:spcAft>
              <a:defRPr sz="1300">
                <a:solidFill>
                  <a:srgbClr val="E1ECF8"/>
                </a:solidFill>
              </a:defRPr>
            </a:pPr>
            <a:r>
              <a:t>Computer vision &amp; NLP</a:t>
            </a:r>
          </a:p>
          <a:p>
            <a:pPr>
              <a:spcAft>
                <a:spcPts val="600"/>
              </a:spcAft>
              <a:defRPr sz="1300">
                <a:solidFill>
                  <a:srgbClr val="E1ECF8"/>
                </a:solidFill>
              </a:defRPr>
            </a:pPr>
            <a:r>
              <a:t>AI ethics &amp; governance</a:t>
            </a:r>
          </a:p>
          <a:p>
            <a:pPr>
              <a:spcAft>
                <a:spcPts val="600"/>
              </a:spcAft>
              <a:defRPr sz="1300">
                <a:solidFill>
                  <a:srgbClr val="E1ECF8"/>
                </a:solidFill>
              </a:defRPr>
            </a:pPr>
            <a:r>
              <a:t>GitHub documentation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554480"/>
            <a:ext cx="48920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03720" y="1874519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21F35"/>
                </a:solidFill>
              </a:defRPr>
            </a:pPr>
            <a:r>
              <a:t>Jose Moreno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51460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529"/>
                </a:solidFill>
              </a:defRPr>
            </a:pPr>
            <a:r>
              <a:t>jamorenofuenmayor@gmail.com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24612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D65AA"/>
                </a:solidFill>
              </a:defRPr>
            </a:pPr>
            <a:r>
              <a:t>GitHub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3703320"/>
            <a:ext cx="4069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65AA"/>
                </a:solidFill>
              </a:defRPr>
            </a:pPr>
            <a:r>
              <a:rPr>
                <a:hlinkClick r:id="rId2"/>
              </a:rPr>
              <a:t>AI-Applications-Portfolio-Assignment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4754880"/>
            <a:ext cx="3931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ITAI 2372 – Artificial Intelligence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7</cp:revision>
  <dcterms:created xsi:type="dcterms:W3CDTF">2013-01-27T09:14:16Z</dcterms:created>
  <dcterms:modified xsi:type="dcterms:W3CDTF">2026-08-08T20:19:10Z</dcterms:modified>
  <cp:category/>
</cp:coreProperties>
</file>