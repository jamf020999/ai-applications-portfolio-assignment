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amf020999/AI-Applications-Portfolio-Assignment/tree/ma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114800" cy="6858000"/>
          </a:xfrm>
          <a:prstGeom prst="rect">
            <a:avLst/>
          </a:prstGeom>
          <a:solidFill>
            <a:srgbClr val="2D6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Artificial Intelligence</a:t>
            </a:r>
            <a:br/>
            <a:r>
              <a:t>Applications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31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Jose Moreno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6675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1ECF8"/>
                </a:solidFill>
                <a:latin typeface="Aptos"/>
              </a:defRPr>
            </a:pPr>
            <a:r>
              <a:t>AI student focused on practical applications of machine learning, generative AI, computer vision, NLP, predictive analytics, and responsible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143000"/>
            <a:ext cx="2880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1615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5"/>
                </a:solidFill>
              </a:defRPr>
            </a:pPr>
            <a:r>
              <a:t>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947672"/>
            <a:ext cx="2880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020824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5"/>
                </a:solidFill>
              </a:defRPr>
            </a:pPr>
            <a:r>
              <a:t>Generative AI &amp; LLMs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752344"/>
            <a:ext cx="2880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82549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5"/>
                </a:solidFill>
              </a:defRPr>
            </a:pPr>
            <a:r>
              <a:t>Computer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557016"/>
            <a:ext cx="2880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63016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5"/>
                </a:solidFill>
              </a:defRPr>
            </a:pPr>
            <a:r>
              <a:t>NLP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361688"/>
            <a:ext cx="28803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4348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F35"/>
                </a:solidFill>
              </a:defRPr>
            </a:pPr>
            <a:r>
              <a:t>AI 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ECF8"/>
                </a:solidFill>
              </a:defRPr>
            </a:pPr>
            <a:r>
              <a:t>jamorenofuenmayor@gmail.com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 Display"/>
              </a:defRPr>
            </a:pPr>
            <a:r>
              <a:t>Course Highlights: Applied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Selected projects demonstrating practical AI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2D6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AI in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Analyzed Mastercard Decision Intelligence as a real-world fraud detection system.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Explored machine learning, behavioral analytics, and real-time transaction scoring.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Learned how AI can improve fraud detection while reducing false declines.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35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AI in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Studied predictive maintenance, computer vision, IoT, and digital twins.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Examined how AI can reduce downtime and improve quality control.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Proposed an AI-powered sustainability and waste optimization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 Display"/>
              </a:defRPr>
            </a:pPr>
            <a:r>
              <a:t>Course Highlights: Innovation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Applying AI concepts to public-sector and healthcare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2D6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AI in Government &amp; Urban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Analyzed New York City's approach to responsible AI adoption.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Explored GIS, predictive analytics, NLP, and infrastructure planning.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Designed an AI-Powered Urban Development Impact Simulator.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526280"/>
          </a:xfrm>
          <a:prstGeom prst="rect">
            <a:avLst/>
          </a:prstGeom>
          <a:solidFill>
            <a:srgbClr val="358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AGI Healthcare 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Compared Artificial Narrow Intelligence with Artificial General Intelligence.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Designed a conceptual system integrating medical records, imaging, labs, wearable data, medications, and research.</a:t>
            </a:r>
          </a:p>
          <a:p>
            <a:pPr>
              <a:spcAft>
                <a:spcPts val="700"/>
              </a:spcAft>
              <a:defRPr sz="1250">
                <a:solidFill>
                  <a:srgbClr val="212529"/>
                </a:solidFill>
                <a:latin typeface="Aptos"/>
              </a:defRPr>
            </a:pPr>
            <a:r>
              <a:t>Evaluated privacy, cybersecurity, bias, transparency, and human oversight.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 Display"/>
              </a:defRPr>
            </a:pPr>
            <a: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How I can apply the concepts developed throughout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663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Clinical decision support</a:t>
            </a:r>
            <a:br/>
            <a:r>
              <a:t>Medical data analysis</a:t>
            </a:r>
            <a:br/>
            <a:r>
              <a:t>Patient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75688"/>
            <a:ext cx="4663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Fraud detection</a:t>
            </a:r>
            <a:br/>
            <a:r>
              <a:t>Behavioral analysis</a:t>
            </a:r>
            <a:br/>
            <a:r>
              <a:t>Risk 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4663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Predictive maintenance</a:t>
            </a:r>
            <a:br/>
            <a:r>
              <a:t>Quality inspection</a:t>
            </a:r>
            <a:br/>
            <a:r>
              <a:t>Waste &amp; energy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Government &amp; Smart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61688"/>
            <a:ext cx="4663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Urban planning</a:t>
            </a:r>
            <a:br/>
            <a:r>
              <a:t>Transportation optimization</a:t>
            </a:r>
            <a:br/>
            <a:r>
              <a:t>Infrastructure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Portfolio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1ECF8"/>
                </a:solidFill>
              </a:defRPr>
            </a:pPr>
            <a:r>
              <a:t>A portfolio demonstrating practical AI applications, technical concepts, and responsible implementation across multiple industries.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51206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Additional Skills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AI research &amp; case-study analysis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Machine learning concepts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Generative AI &amp; LLMs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Computer vision &amp; NLP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AI ethics &amp; governance</a:t>
            </a:r>
          </a:p>
          <a:p>
            <a:pPr>
              <a:spcAft>
                <a:spcPts val="600"/>
              </a:spcAft>
              <a:defRPr sz="1300">
                <a:solidFill>
                  <a:srgbClr val="E1ECF8"/>
                </a:solidFill>
              </a:defRPr>
            </a:pPr>
            <a:r>
              <a:t>GitHub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8920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F35"/>
                </a:solidFill>
              </a:defRPr>
            </a:pPr>
            <a:r>
              <a:t>Jose Moreno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146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jamorenofuenmayor@gmail.com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5AA"/>
                </a:solidFill>
              </a:defRPr>
            </a:pPr>
            <a:r>
              <a:t>GitHub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03320"/>
            <a:ext cx="4069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65AA"/>
                </a:solidFill>
              </a:defRPr>
            </a:pPr>
            <a:r>
              <a:rPr>
                <a:hlinkClick r:id="rId2"/>
              </a:rPr>
              <a:t>AI-Applications-Portfolio-Assignment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75488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ITAI 2372 – Artificial Intelligence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